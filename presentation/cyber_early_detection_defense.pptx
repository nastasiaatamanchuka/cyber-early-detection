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Cyber Early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Arial"/>
              </a:defRPr>
            </a:pPr>
            <a:r>
              <a:t>Учебная full-stack система раннего обнаружения кибератак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Arial"/>
              </a:defRPr>
            </a:pPr>
            <a:r>
              <a:t>GitHub: https://github.com/NastasiaAtamanchukA/cyber-early-detection</a:t>
            </a:r>
          </a:p>
          <a:p>
            <a:pPr>
              <a:defRPr sz="2000">
                <a:latin typeface="Arial"/>
              </a:defRPr>
            </a:pPr>
            <a:r>
              <a:t>Сайт: https://cyber-early-detection.ru/</a:t>
            </a:r>
          </a:p>
          <a:p>
            <a:pPr>
              <a:defRPr sz="2000">
                <a:latin typeface="Arial"/>
              </a:defRPr>
            </a:pPr>
            <a:r>
              <a:t>Стек: FastAPI, PostgreSQL, ML service, React, Docker,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Проблема и 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latin typeface="Arial"/>
              </a:defRPr>
            </a:pPr>
            <a:r>
              <a:t>Поток логов сложно анализировать вручную</a:t>
            </a:r>
          </a:p>
          <a:p>
            <a:pPr>
              <a:defRPr sz="2200">
                <a:latin typeface="Arial"/>
              </a:defRPr>
            </a:pPr>
            <a:r>
              <a:t>Подозрительные события нужно быстро приоритизировать</a:t>
            </a:r>
          </a:p>
          <a:p>
            <a:pPr>
              <a:defRPr sz="2200">
                <a:latin typeface="Arial"/>
              </a:defRPr>
            </a:pPr>
            <a:r>
              <a:t>Цель - принять лог, нормализовать, оценить риск через ML и показать алерт SOC-аналитику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Архитектура решения</a:t>
            </a:r>
          </a:p>
        </p:txBody>
      </p:sp>
      <p:pic>
        <p:nvPicPr>
          <p:cNvPr id="3" name="Picture 2" descr="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0972800" cy="3013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Основной сценарий обработки события</a:t>
            </a:r>
          </a:p>
        </p:txBody>
      </p:sp>
      <p:pic>
        <p:nvPicPr>
          <p:cNvPr id="3" name="Picture 2" descr="activity_diagra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789920" cy="868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Данные и сущности</a:t>
            </a:r>
          </a:p>
        </p:txBody>
      </p:sp>
      <p:pic>
        <p:nvPicPr>
          <p:cNvPr id="3" name="Picture 2" descr="erd_diagra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789920" cy="3883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Тестирование и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Arial"/>
              </a:defRPr>
            </a:pPr>
            <a:r>
              <a:t>CI включает backend lint/test, ML tests, frontend build, Docker build</a:t>
            </a:r>
          </a:p>
          <a:p>
            <a:pPr>
              <a:defRPr sz="2100">
                <a:latin typeface="Arial"/>
              </a:defRPr>
            </a:pPr>
            <a:r>
              <a:t>Есть pytest-тесты в backend и ml_service</a:t>
            </a:r>
          </a:p>
          <a:p>
            <a:pPr>
              <a:defRPr sz="2100">
                <a:latin typeface="Arial"/>
              </a:defRPr>
            </a:pPr>
            <a:r>
              <a:t>Критично перед сдачей: исправить последний Failure и получить green workflow run</a:t>
            </a:r>
          </a:p>
          <a:p>
            <a:pPr>
              <a:defRPr sz="2100">
                <a:latin typeface="Arial"/>
              </a:defRPr>
            </a:pPr>
            <a:r>
              <a:t>Для отчета подготовлены 5 сценариев ручного тестирования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rial"/>
              </a:defRPr>
            </a:pPr>
            <a:r>
              <a:t>Итоги и что показать на защите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Arial"/>
              </a:defRPr>
            </a:pPr>
            <a:r>
              <a:t>1. Открыть сайт или локальный frontend</a:t>
            </a:r>
          </a:p>
          <a:p>
            <a:pPr>
              <a:defRPr sz="2100">
                <a:latin typeface="Arial"/>
              </a:defRPr>
            </a:pPr>
            <a:r>
              <a:t>2. Показать Swagger и healthcheck</a:t>
            </a:r>
          </a:p>
          <a:p>
            <a:pPr>
              <a:defRPr sz="2100">
                <a:latin typeface="Arial"/>
              </a:defRPr>
            </a:pPr>
            <a:r>
              <a:t>3. Отправить тестовое событие через API или seed_demo.sh</a:t>
            </a:r>
          </a:p>
          <a:p>
            <a:pPr>
              <a:defRPr sz="2100">
                <a:latin typeface="Arial"/>
              </a:defRPr>
            </a:pPr>
            <a:r>
              <a:t>4. Показать event -&gt; alert -&gt; incident</a:t>
            </a:r>
          </a:p>
          <a:p>
            <a:pPr>
              <a:defRPr sz="2100">
                <a:latin typeface="Arial"/>
              </a:defRPr>
            </a:pPr>
            <a:r>
              <a:t>5. Показать docs, диаграммы, release v0.1.0 и зеленый 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